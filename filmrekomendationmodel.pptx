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45" d="100"/>
          <a:sy n="45" d="100"/>
        </p:scale>
        <p:origin x="30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CDDC93F-DB9A-FAFC-D5F5-2E153F9D8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7A3B948-8CF7-F01E-E6A5-A12FBC805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2FDCB33-A708-97E9-B043-93B50EF56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EF5A8E4-4A60-910E-AEED-149DE5B0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4750AB7-20CC-1E40-6C01-D8F69E60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918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431EF77-CE21-0DAE-2485-D0972C6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FC5161D-65DC-2755-8856-09E1BFCCB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B7B0704-2AB4-909E-033B-FB02D17E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EA22078-7FB7-C84F-85EB-DC003C02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6CDE3C9-8570-2DE7-BD5B-27B7044B5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6618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E12650-4DC5-EFF4-A652-AFF66E321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11D82BE-3486-4BE7-94C8-018B074E7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8E49A34-A917-D0EA-2C18-A70AAF9E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14E39B3-4DA7-4F2F-FCC7-9EE0A33A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C11ED14-5CAC-58A0-87FE-B13DC958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18587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9318E80-C39A-9D4C-AEED-FA8D364DE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5C04FD1-42AE-4979-7BF2-4A91E4D08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E49F8D8-78DD-72E8-E7CC-86AA283E8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BE637C32-FB47-6B94-892D-6370C232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8EEF9BD-9EEF-C168-7B24-0B2D1680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0E814CE-2795-E22D-BB82-BC1858B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765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D3DEE48-69C1-1B77-31C4-D56FAC39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6B8196E-D5AB-258D-65FA-0354DD9FA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382C059A-7A62-ECBE-5835-1F3C4BF0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6182DC6-9FD3-F60C-443B-6789F9D8A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BBC2A94-3377-351C-1605-673EAE48C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BAEED10E-42E4-379C-696D-E3C4CA90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7BF7AD2B-91BA-5AAA-729E-8E1F00683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378B01B9-F74B-6D96-BDFA-97E4F3BE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219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8CE5090-0DAD-BB45-9D1C-A0B13AA2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DBE269E-F4F2-F354-D936-D12F576A6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7AA1C225-3330-6B2F-9A3B-087A4444C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D149501F-48C5-92A6-BC1F-44FB61D6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5844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966C64DB-00F1-549D-FDD3-25782CF5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7999BB22-304D-193B-21C1-4A644932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1E5168A-4504-D8BD-4503-32817E54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0102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0650535-2A6A-331B-AF4C-EA230E94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AB20C40-2D52-6D61-AD2A-FA91C93DD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622E8668-FEF0-9544-779E-92BCF1D87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7F7DEE8A-E193-47AB-7B8B-3888A8BE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E4AE626-3ABC-0C2A-A05E-3703B2DB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5A3EB46-4004-4870-1312-6A36591FE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313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5984D30-419B-16F7-F03B-80112B7FE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6BE430A5-698C-97B7-C665-75EF09C8F51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C6CBB0A-6E9E-6698-1EDF-4F1B648FD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21FBCE2-C96A-B377-1910-A013EEC62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50AB9F3-F3CC-5B76-2CEB-4CA34289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3E8F76A-E7BF-5A73-19E8-519A56D0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7567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10B95D-BEE6-B57C-21C5-6CE5F712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60542F6-B629-6491-2E01-E60F0609C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16EC389-9927-A804-55E7-1A434BF7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27F66FC-E66A-1871-D2F7-9CD6EC8C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634A872-1FE2-5910-490D-159CE9E2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11349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02BFFB5C-42FF-00FD-4132-EE643F11B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DC9DFED-4697-8AF4-D370-D0EB86E0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0D0A556-A920-5D6E-C96A-E65E7CE4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B28CCEA1-0E35-4480-59DD-F24ED42E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6093E7EB-10D4-E184-CD78-4B7880E6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7405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4C78A43B-0964-9241-D29D-C90D82783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1E719F1-A6E9-4BAB-D629-B0C0570E9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2268F9D-98A6-FFB6-8A98-101368A7F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7A1FE-4602-4AA3-9DCF-73FEFFFD6383}" type="datetimeFigureOut">
              <a:rPr lang="sv-SE" smtClean="0"/>
              <a:t>2026-10-28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9259461-BD7C-A204-BB9F-864E86868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E7DE747-ACD1-1D04-8BE1-1D5F8D26E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C6A51-E915-46CE-B00F-8960399BCBE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561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81F408E-87D5-59EE-EADD-0CF1DF2F5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Intro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AA416FF2-1665-A1E7-82A5-575F6AA507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9095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49D9FC5-3AA7-B671-3E0F-CC19D0249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Problem och användare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453ED3E-DA36-D54C-05A4-F90841B2F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/>
              <a:t>Problem</a:t>
            </a:r>
          </a:p>
          <a:p>
            <a:r>
              <a:rPr lang="sv-SE" b="1" dirty="0"/>
              <a:t>Målgrupp</a:t>
            </a:r>
          </a:p>
          <a:p>
            <a:r>
              <a:rPr lang="sv-SE" b="1" dirty="0"/>
              <a:t>Avgränsningar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3014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61D680B-1080-0EFE-E90A-7615C38C9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Data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5E2EC4D-A363-C223-BB51-90D350064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dirty="0"/>
              <a:t>Vilken data använde ni?</a:t>
            </a:r>
          </a:p>
          <a:p>
            <a:pPr lvl="0"/>
            <a:r>
              <a:rPr lang="sv-SE" dirty="0"/>
              <a:t>Varifrån kommer den?</a:t>
            </a:r>
          </a:p>
          <a:p>
            <a:pPr lvl="0"/>
            <a:r>
              <a:rPr lang="sv-SE" dirty="0"/>
              <a:t>Hur förberedde ni </a:t>
            </a:r>
            <a:r>
              <a:rPr lang="sv-SE" dirty="0" err="1"/>
              <a:t>datan</a:t>
            </a:r>
            <a:r>
              <a:rPr lang="sv-SE" dirty="0"/>
              <a:t>?</a:t>
            </a:r>
          </a:p>
          <a:p>
            <a:pPr lvl="0"/>
            <a:r>
              <a:rPr lang="sv-SE" dirty="0"/>
              <a:t>Vilka kvalitetsproblem eller begränsningar upptäckte ni?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4450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2F61203-2D61-8384-0547-C0071457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 err="1"/>
              <a:t>Baseline</a:t>
            </a:r>
            <a:r>
              <a:rPr lang="sv-SE" b="1" dirty="0"/>
              <a:t> och lösningsalternativ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12CE00E-C010-71EF-E2B6-CF2FFA7E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 err="1"/>
              <a:t>Baseline</a:t>
            </a:r>
            <a:r>
              <a:rPr lang="sv-SE" b="1" dirty="0"/>
              <a:t> – Genre</a:t>
            </a:r>
          </a:p>
          <a:p>
            <a:r>
              <a:rPr lang="sv-SE" b="1" dirty="0"/>
              <a:t>Huvudmodell – Genre + </a:t>
            </a:r>
            <a:r>
              <a:rPr lang="sv-SE" b="1" dirty="0" err="1"/>
              <a:t>Keywords</a:t>
            </a:r>
            <a:endParaRPr lang="sv-SE" b="1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9867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4B9FF73-F3AA-CE80-79D1-F16DBF956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 dirty="0"/>
              <a:t>Utvärdering och resultat</a:t>
            </a:r>
            <a:br>
              <a:rPr lang="sv-SE" b="1" dirty="0"/>
            </a:b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91F07D6-B398-33B7-8CEA-13E326697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dirty="0"/>
              <a:t>Hur utvärderade ni lösningarna?</a:t>
            </a:r>
          </a:p>
          <a:p>
            <a:pPr lvl="0"/>
            <a:r>
              <a:rPr lang="sv-SE" dirty="0"/>
              <a:t>Vilka resultat fick ni?</a:t>
            </a:r>
          </a:p>
          <a:p>
            <a:pPr lvl="0"/>
            <a:r>
              <a:rPr lang="sv-SE" dirty="0"/>
              <a:t>Vilket alternativ fungerade bäst och i vilket avseende?</a:t>
            </a:r>
          </a:p>
          <a:p>
            <a:pPr lvl="0"/>
            <a:r>
              <a:rPr lang="sv-SE" dirty="0"/>
              <a:t>Vad visar resultaten?</a:t>
            </a:r>
          </a:p>
          <a:p>
            <a:pPr lvl="0"/>
            <a:r>
              <a:rPr lang="sv-SE" dirty="0"/>
              <a:t>Vad visar resultaten inte?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6334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A62881C-9F32-C432-55B4-8E014445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Demonstration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A9C8A03-3B6F-B75C-58A2-4BD4CDD66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Demonstrationen bör ta ungefär 2–3 minuter.</a:t>
            </a:r>
          </a:p>
          <a:p>
            <a:r>
              <a:rPr lang="sv-SE" dirty="0"/>
              <a:t>Ha en reservlösning i form av exempelvis skärmbilder eller en kort inspelning om den tekniska demonstrationen inte fungerar.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4189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B48AC4D-58D7-92D2-985B-B27BF8D0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Slutsatser och begränsningar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6F0083F-8B5A-C61B-D525-39F8B3BA6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dirty="0"/>
              <a:t>Vilken lösning rekommenderar ni?</a:t>
            </a:r>
          </a:p>
          <a:p>
            <a:pPr lvl="0"/>
            <a:r>
              <a:rPr lang="sv-SE" dirty="0"/>
              <a:t>Vilka är projektets viktigaste begränsningar?</a:t>
            </a:r>
          </a:p>
          <a:p>
            <a:pPr lvl="0"/>
            <a:r>
              <a:rPr lang="sv-SE" dirty="0"/>
              <a:t>När bör resultatet inte användas?</a:t>
            </a:r>
          </a:p>
          <a:p>
            <a:pPr lvl="0"/>
            <a:r>
              <a:rPr lang="sv-SE" dirty="0"/>
              <a:t>Vad skulle nästa steg vara om projektet fortsatte?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11884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128</Words>
  <Application>Microsoft Office PowerPoint</Application>
  <PresentationFormat>Bredbild</PresentationFormat>
  <Paragraphs>27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Office-tema</vt:lpstr>
      <vt:lpstr>Intro</vt:lpstr>
      <vt:lpstr>Problem och användare</vt:lpstr>
      <vt:lpstr>Data</vt:lpstr>
      <vt:lpstr>Baseline och lösningsalternativ</vt:lpstr>
      <vt:lpstr>Utvärdering och resultat </vt:lpstr>
      <vt:lpstr>Demonstration</vt:lpstr>
      <vt:lpstr>Slutsatser och begränsningar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Stålhjärta</dc:creator>
  <cp:lastModifiedBy>Elias Stålhjärta</cp:lastModifiedBy>
  <cp:revision>2</cp:revision>
  <dcterms:created xsi:type="dcterms:W3CDTF">2026-10-28T13:50:51Z</dcterms:created>
  <dcterms:modified xsi:type="dcterms:W3CDTF">2026-10-28T14:01:36Z</dcterms:modified>
</cp:coreProperties>
</file>